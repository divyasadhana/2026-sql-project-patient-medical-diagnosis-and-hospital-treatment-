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25BF-987E-1A11-2C84-AB8E604AB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92F07-3EF3-B2F4-193B-D8A61155A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63442-E915-4A04-FD50-34DAA065B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CD85-2526-4141-8704-73A754CAFF5D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985C0-1918-A85C-8B99-15582D5E3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DA3F4-B5E5-C6A4-D690-B40B409D0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3AA6-6591-4CC3-81E4-D6132271C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547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D2787-B127-294E-1A6E-79238CC98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942F3-97D8-3553-AB52-906F2C491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E2C93-CA82-5484-1C7F-8EE4482D4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CD85-2526-4141-8704-73A754CAFF5D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72514-43CE-2AEE-FAF1-26047BB2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1957F-DC54-1AEC-5D82-7E514E357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3AA6-6591-4CC3-81E4-D6132271C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970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321F-BC7C-41F0-C079-ADC7EBCDD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4E573-0EED-7617-BBA7-9AF434FFE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95155-FF70-8AEC-AEC3-AE372292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CD85-2526-4141-8704-73A754CAFF5D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8DBC7-54CA-8613-9B96-31C6E19A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7EED5-A0D4-0533-AD96-D6F41E716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3AA6-6591-4CC3-81E4-D6132271C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219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B936-5B89-5035-F731-BCA03DCEA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6BD23-B668-0641-57D1-1383AC355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F0004-F087-7019-7EFE-4A58CA24F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8C623-11E8-89AE-3430-76571094B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CD85-2526-4141-8704-73A754CAFF5D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67325-9E1A-6D71-256A-D1FA6AA6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9960B-16B5-C067-A7FE-BEBCEE53A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3AA6-6591-4CC3-81E4-D6132271C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263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21591-E2AC-CEAC-A576-EF8E292B1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BE586-CF31-C2C6-7F3C-75C885E78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8E264-6387-A068-249F-43501CC2D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A26F15-1F7F-A5A3-D2B3-AD5D00BE29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246F47-9C88-60B5-8C63-812634D9DF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9D884-4C34-DEEA-959F-A2D55F931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CD85-2526-4141-8704-73A754CAFF5D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661CE-4427-E521-B254-F0D2C93D3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08DAEF-C5F5-7083-15B3-329E29171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3AA6-6591-4CC3-81E4-D6132271C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457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9DB27-AD50-20C0-9929-7DB1F6334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542E8-67A2-7C12-2587-BCB4EB28F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CD85-2526-4141-8704-73A754CAFF5D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36995-B458-467A-3BD6-C7FD3483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8CABE-693D-2AA4-8FB5-B4F9C614A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3AA6-6591-4CC3-81E4-D6132271C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139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BB1743-6E2E-0E05-F399-5F4A9DC2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CD85-2526-4141-8704-73A754CAFF5D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DA3C6-17F2-4EF3-875D-3250EAE56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6CF4B-5F22-5410-90C6-CC6CACC2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3AA6-6591-4CC3-81E4-D6132271C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965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A193-1DEF-05DE-9F9E-7A694BDE0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C891C-D9A4-74EB-1664-BF681E029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D4F86-E94B-FF68-646D-4F4A6A5FD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72D49-3BB0-9724-125A-6A9A17887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CD85-2526-4141-8704-73A754CAFF5D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D056A-A006-4F43-E4DE-043C56ED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E0EDF-AA93-B1B7-9821-49FA110A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3AA6-6591-4CC3-81E4-D6132271C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594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4869A-F846-4473-6B56-20CB5647E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8B55A-B44F-358D-66D0-D5294CCC5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B6745-A951-6B73-DF51-8B424C0F0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9B6A8-E02D-32DD-053F-310F5D8BD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CD85-2526-4141-8704-73A754CAFF5D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B2849-AE96-0931-A0B6-12AA9BDD9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50F1A-B5E9-9DAE-6C0A-D456471D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3AA6-6591-4CC3-81E4-D6132271C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938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925F8-C970-BF49-9EEE-4354772E0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1D3B7-50DF-53FE-F82D-3E61D285C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D3BFF-E222-B9F4-506A-884A04F68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CD85-2526-4141-8704-73A754CAFF5D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099BA-C9DD-EE28-0EF9-0E1B046FA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E359B-2147-CC32-7FE0-2B40CEC77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3AA6-6591-4CC3-81E4-D6132271C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343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A0332C-10B3-98D4-37BD-DD2490812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21751-1384-41B4-D517-2283F1983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650EF-CDAA-C74C-185D-8E7CC12CD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ACD85-2526-4141-8704-73A754CAFF5D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ADD37-5BFE-9C59-AB3E-CF7DEFE5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B853B-2B45-CE40-9791-3AFBE5E4F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3AA6-6591-4CC3-81E4-D6132271C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853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49FE9-A80E-16AC-2D82-B938E7523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45B7E-8EAC-D549-7C1F-F56DC52F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39C0E-469A-BEC8-EBDC-507E45FD5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ACD85-2526-4141-8704-73A754CAFF5D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DE4F8-642E-61AF-841F-6ED0EC66E7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39900-5F26-E2D1-5D82-DDEBBCCF1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D3AA6-6591-4CC3-81E4-D6132271C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054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6B896-1B79-CA74-3CC5-53B89E8B4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559" y="72163"/>
            <a:ext cx="11274641" cy="957648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Created a Database with multiple tables by importing CSV files as Data Sources.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0DD8D7-1A8F-0B00-E6EB-BF253B0AE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899" y="1029812"/>
            <a:ext cx="12112101" cy="582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14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9D7D-AEE6-3FFF-7CBF-369B5B8F1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BADEE-D4BC-9176-3030-822F61779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85" y="72163"/>
            <a:ext cx="11762913" cy="957648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Verify the Table name, Database name, </a:t>
            </a:r>
            <a:br>
              <a:rPr lang="en-GB" b="1" dirty="0"/>
            </a:br>
            <a:r>
              <a:rPr lang="en-GB" b="1" dirty="0"/>
              <a:t>Source and Target names before data import.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8795C4-BD8B-51E2-66BC-1956DAFCD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01974"/>
            <a:ext cx="6906829" cy="57560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A42C56-F24C-4D2B-499F-BB5BD1BE7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830" y="1101974"/>
            <a:ext cx="5136392" cy="575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390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83B4A-655E-AE14-AB55-CB63F5228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605ED-18D7-6C73-3990-33020CD64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85" y="72163"/>
            <a:ext cx="11762913" cy="957648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Created 6 tables in the Database</a:t>
            </a: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BD142-EFE7-9D55-F7AF-42E213A37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B25274-015B-0F5E-0C61-2B8D4DD15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8" y="1127464"/>
            <a:ext cx="12112101" cy="573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21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88404-4183-747F-8FE3-49FC3FECD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51E7B-2420-4AA6-9853-11ED9AFC8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85" y="97654"/>
            <a:ext cx="11762913" cy="1046935"/>
          </a:xfrm>
        </p:spPr>
        <p:txBody>
          <a:bodyPr>
            <a:noAutofit/>
          </a:bodyPr>
          <a:lstStyle/>
          <a:p>
            <a:r>
              <a:rPr lang="en-GB" sz="3200" dirty="0"/>
              <a:t>Created a new table to display all medical conditions in a single row along with admission date and discharge date of all patients.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CB348-6A31-768D-808C-3943B695F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3C8523-F9EA-6095-586A-FDD039738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5118"/>
            <a:ext cx="12192000" cy="563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65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2B049-F6AA-6330-5C7E-BBACBDA1D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CFDD6-C720-4E1C-4B0D-C68CD2747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85" y="97654"/>
            <a:ext cx="11762913" cy="1046935"/>
          </a:xfrm>
        </p:spPr>
        <p:txBody>
          <a:bodyPr>
            <a:noAutofit/>
          </a:bodyPr>
          <a:lstStyle/>
          <a:p>
            <a:r>
              <a:rPr lang="en-GB" sz="3200" dirty="0"/>
              <a:t>Renamed the column names of Hospital Staff table. Create a new column ‘Full Name’ based on staff first name and last name.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EF25A6-82F2-C148-A553-A057422A0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1660AE-757F-3478-7554-276E771ED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44588"/>
            <a:ext cx="12002609" cy="571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945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4BB08-32EA-6558-73C6-AADC5A688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3714B-5C63-01DF-F69B-8B09ADFD4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85" y="97654"/>
            <a:ext cx="11762913" cy="1046935"/>
          </a:xfrm>
        </p:spPr>
        <p:txBody>
          <a:bodyPr>
            <a:noAutofit/>
          </a:bodyPr>
          <a:lstStyle/>
          <a:p>
            <a:r>
              <a:rPr lang="en-GB" sz="3200" dirty="0"/>
              <a:t>Rename the column names of Hospital Staff table. Create a new column ‘Full Name’ based on staff first name and last name.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0702FAD-DD59-BE0F-C194-1F96E74CD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11EE6C-5040-A243-881B-170D1B6F4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2874"/>
            <a:ext cx="12192000" cy="561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15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13CDC-489D-748A-6414-8A646C162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99F8-EA71-6C8C-272B-3F78A6C19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85" y="97654"/>
            <a:ext cx="11762913" cy="1046935"/>
          </a:xfrm>
        </p:spPr>
        <p:txBody>
          <a:bodyPr>
            <a:noAutofit/>
          </a:bodyPr>
          <a:lstStyle/>
          <a:p>
            <a:r>
              <a:rPr lang="en-GB" sz="3200" dirty="0"/>
              <a:t>Created a new table from Department and Treatment tables to retrieve top 3 department names with high treatment fees.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FAB5CA-CC93-491B-2687-C0D274FEC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DF76B-9C33-09EF-FDA0-5BC5AAFAB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7363"/>
            <a:ext cx="12192000" cy="565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22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9CC6-7C77-A7CF-C30C-1B363D81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500" y="180026"/>
            <a:ext cx="1549893" cy="350160"/>
          </a:xfrm>
          <a:solidFill>
            <a:srgbClr val="92D050"/>
          </a:solidFill>
        </p:spPr>
        <p:txBody>
          <a:bodyPr>
            <a:noAutofit/>
          </a:bodyPr>
          <a:lstStyle/>
          <a:p>
            <a:pPr algn="ctr"/>
            <a:r>
              <a:rPr lang="en-GB" sz="2000" dirty="0"/>
              <a:t>Left Join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6BC719-9116-5B26-78AB-446FE8494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358" y="705266"/>
            <a:ext cx="2162175" cy="23729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4B0CBDC-223D-DDC4-1A42-982CD5BD2154}"/>
              </a:ext>
            </a:extLst>
          </p:cNvPr>
          <p:cNvSpPr txBox="1">
            <a:spLocks/>
          </p:cNvSpPr>
          <p:nvPr/>
        </p:nvSpPr>
        <p:spPr>
          <a:xfrm>
            <a:off x="7727316" y="180026"/>
            <a:ext cx="1549893" cy="350160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000" dirty="0"/>
              <a:t>Right Join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30ACE6-01AB-ED61-A2D1-E74B5D213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162" y="705266"/>
            <a:ext cx="2428875" cy="23729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A3E677-31DC-615A-3371-C4681F98E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608" y="3962453"/>
            <a:ext cx="2066925" cy="21902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373D315-460A-7AA4-4646-888B4678AAD6}"/>
              </a:ext>
            </a:extLst>
          </p:cNvPr>
          <p:cNvSpPr txBox="1">
            <a:spLocks/>
          </p:cNvSpPr>
          <p:nvPr/>
        </p:nvSpPr>
        <p:spPr>
          <a:xfrm>
            <a:off x="5096123" y="3492438"/>
            <a:ext cx="1549893" cy="350160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000" dirty="0"/>
              <a:t>Inner Join</a:t>
            </a:r>
            <a:endParaRPr lang="en-IN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F085C3-EBC2-ADCB-CBB4-CEA3BC788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3012" y="3770170"/>
            <a:ext cx="2486025" cy="29631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E0577E0-9C4D-B3C5-27EA-EAD044251B1A}"/>
              </a:ext>
            </a:extLst>
          </p:cNvPr>
          <p:cNvSpPr txBox="1">
            <a:spLocks/>
          </p:cNvSpPr>
          <p:nvPr/>
        </p:nvSpPr>
        <p:spPr>
          <a:xfrm>
            <a:off x="7466549" y="3317358"/>
            <a:ext cx="1916100" cy="350160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000" dirty="0"/>
              <a:t>Full Outer Join</a:t>
            </a:r>
            <a:endParaRPr lang="en-IN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64D046-FBD5-498C-DD41-06C2AABC5F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1956" y="806993"/>
            <a:ext cx="2270708" cy="59263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92B7C3A0-7034-3EB7-C025-AFE2F8866152}"/>
              </a:ext>
            </a:extLst>
          </p:cNvPr>
          <p:cNvSpPr txBox="1">
            <a:spLocks/>
          </p:cNvSpPr>
          <p:nvPr/>
        </p:nvSpPr>
        <p:spPr>
          <a:xfrm>
            <a:off x="9944665" y="55750"/>
            <a:ext cx="2107997" cy="705266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000" dirty="0"/>
              <a:t>Cross Join/ Cartesian Product</a:t>
            </a:r>
            <a:endParaRPr lang="en-IN" sz="20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1C3AE0E-FE4C-65AE-2645-7EBB002A28B9}"/>
              </a:ext>
            </a:extLst>
          </p:cNvPr>
          <p:cNvSpPr txBox="1">
            <a:spLocks/>
          </p:cNvSpPr>
          <p:nvPr/>
        </p:nvSpPr>
        <p:spPr>
          <a:xfrm>
            <a:off x="139337" y="55750"/>
            <a:ext cx="4241706" cy="350160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GB" sz="2000" dirty="0"/>
          </a:p>
          <a:p>
            <a:pPr algn="ctr"/>
            <a:r>
              <a:rPr lang="en-GB" sz="2000" dirty="0"/>
              <a:t>Employee Table &amp; Salary Table</a:t>
            </a:r>
          </a:p>
          <a:p>
            <a:pPr algn="ctr"/>
            <a:endParaRPr lang="en-IN" sz="2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FA8CF4E-5308-34AF-EE1B-197048C890C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0988" b="3054"/>
          <a:stretch>
            <a:fillRect/>
          </a:stretch>
        </p:blipFill>
        <p:spPr>
          <a:xfrm>
            <a:off x="1" y="477035"/>
            <a:ext cx="4531980" cy="63252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25905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</TotalTime>
  <Words>152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Created a Database with multiple tables by importing CSV files as Data Sources.</vt:lpstr>
      <vt:lpstr>Verify the Table name, Database name,  Source and Target names before data import.</vt:lpstr>
      <vt:lpstr>Created 6 tables in the Database</vt:lpstr>
      <vt:lpstr>Created a new table to display all medical conditions in a single row along with admission date and discharge date of all patients.</vt:lpstr>
      <vt:lpstr>Renamed the column names of Hospital Staff table. Create a new column ‘Full Name’ based on staff first name and last name.</vt:lpstr>
      <vt:lpstr>Rename the column names of Hospital Staff table. Create a new column ‘Full Name’ based on staff first name and last name.</vt:lpstr>
      <vt:lpstr>Created a new table from Department and Treatment tables to retrieve top 3 department names with high treatment fees.</vt:lpstr>
      <vt:lpstr>Left Join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santhoshkumarr.85@gmail.com</dc:creator>
  <cp:lastModifiedBy>santhoshkumarr.85@gmail.com</cp:lastModifiedBy>
  <cp:revision>17</cp:revision>
  <dcterms:created xsi:type="dcterms:W3CDTF">2026-04-16T13:53:04Z</dcterms:created>
  <dcterms:modified xsi:type="dcterms:W3CDTF">2026-04-18T14:41:56Z</dcterms:modified>
</cp:coreProperties>
</file>